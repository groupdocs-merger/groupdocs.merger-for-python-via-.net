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4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71" r:id="rId2"/>
    <p:sldMasterId id="2147483683" r:id="rId3"/>
  </p:sldMasterIdLst>
  <p:sldIdLst>
    <p:sldId id="257" r:id="rId4"/>
    <p:sldId id="258" r:id="rId5"/>
    <p:sldId id="259" r:id="rId6"/>
  </p:sldIdLst>
  <p:sldSz cx="9144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875A289-8B4C-4F73-9E16-BB83FF58D3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42EFC2A-EE5D-4E6B-97E9-2E23B84FF1C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3D17BA-2746-4E9F-A8FD-8D7111D01A7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EEF7E61-44FF-4E6F-BA69-1CA8304725C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D8ACA6B5-8E93-4CFF-B879-70EFC66286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5811638-0EDC-45E3-A6D5-AF89BAAE9D0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3E10CA50-1C9B-40BF-804E-0A18D50864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93F19F6-EBCD-45CB-B210-A91B620CC1C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DF7DB83-B5FE-47A3-933C-D20F440714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922AEFD-FACE-4A67-B1EA-D3F7EC4D90C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8905F41-BF4A-4FD6-B8D8-3B09677AB98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FD669-EE68-4769-AEE3-FA61CC3BC56F}" type="datetimeFigureOut">
              <a:rPr lang="ru-RU" smtClean="0"/>
              <a:t>01.04.2018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8D308-4F33-493E-B0CD-B4FA2705322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Page 1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This is example text</a:t>
            </a:r>
            <a:endParaRPr lang="ru-RU"/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Created with evaluation version of GroupDocs.Merger © Aspose Pty Ltd 2001-2026. All Rights Reserved.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Page 2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This is example text</a:t>
            </a:r>
            <a:endParaRPr lang="ru-RU"/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Created with evaluation version of GroupDocs.Merger © Aspose Pty Ltd 2001-2026. All Rights Reserved.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Page 3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This is example text</a:t>
            </a:r>
            <a:endParaRPr lang="ru-RU"/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Created with evaluation version of GroupDocs.Merger © Aspose Pty Ltd 2001-2026. All Rights Reserved.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0"/>
  <p:tag name="AS_OS" val="Microsoft Windows NT 10.0.26200.0"/>
  <p:tag name="AS_RELEASE_DATE" val="2026.04.14"/>
  <p:tag name="AS_TITLE" val="Aspose.Slides for .NET6"/>
  <p:tag name="AS_VERSION" val="26.4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9</Paragraphs>
  <Slides>3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6">
      <vt:lpstr>Arial</vt:lpstr>
      <vt:lpstr>Calibri</vt:lpstr>
      <vt:lpstr>Office Theme</vt:lpstr>
      <vt:lpstr>Page 1</vt:lpstr>
      <vt:lpstr>Page 2</vt:lpstr>
      <vt:lpstr>Page 3</vt:lpstr>
    </vt:vector>
  </TitlesOfParts>
  <LinksUpToDate>0</LinksUpToDate>
  <SharedDoc>0</SharedDoc>
  <HyperlinksChanged>0</HyperlinksChanged>
  <Application>Aspose.Slides for .NET</Application>
  <AppVersion>26.0400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2026-06-02T12:15:46.847</cp:lastPrinted>
  <dcterms:created xsi:type="dcterms:W3CDTF">2026-06-02T09:15:46Z</dcterms:created>
  <dcterms:modified xsi:type="dcterms:W3CDTF">2026-06-02T09:15:48Z</dcterms:modified>
</cp:coreProperties>
</file>